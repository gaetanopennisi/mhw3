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it-IT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it-IT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it-IT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it-IT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it-IT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it-IT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it-IT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it-IT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it-IT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it-IT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it-IT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it-IT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it-IT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it-IT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it-IT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it-IT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it-IT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it-IT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it-IT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it-IT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it-IT" sz="1800" spc="-1" strike="noStrike">
                <a:latin typeface="Arial"/>
              </a:rPr>
              <a:t>Fai clic per modificare il formato del testo del titolo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latin typeface="Arial"/>
              </a:rPr>
              <a:t>Fai clic per modificare il formato del testo della struttura</a:t>
            </a:r>
            <a:endParaRPr b="0" lang="it-IT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latin typeface="Arial"/>
              </a:rPr>
              <a:t>Secondo livello struttura</a:t>
            </a:r>
            <a:endParaRPr b="0" lang="it-IT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latin typeface="Arial"/>
              </a:rPr>
              <a:t>Terzo livello struttura</a:t>
            </a:r>
            <a:endParaRPr b="0" lang="it-IT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latin typeface="Arial"/>
              </a:rPr>
              <a:t>Quarto livello struttura</a:t>
            </a:r>
            <a:endParaRPr b="0" lang="it-IT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latin typeface="Arial"/>
              </a:rPr>
              <a:t>Quinto livello struttura</a:t>
            </a:r>
            <a:endParaRPr b="0" lang="it-IT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latin typeface="Arial"/>
              </a:rPr>
              <a:t>Sesto livello struttura</a:t>
            </a:r>
            <a:endParaRPr b="0" lang="it-IT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latin typeface="Arial"/>
              </a:rPr>
              <a:t>Settimo livello struttura</a:t>
            </a:r>
            <a:endParaRPr b="0" lang="it-IT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it-IT" sz="4400" spc="-1" strike="noStrike">
                <a:latin typeface="Arial"/>
              </a:rPr>
              <a:t>Fai clic per modificare il formato del testo del titolo</a:t>
            </a:r>
            <a:endParaRPr b="0" lang="it-IT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latin typeface="Arial"/>
              </a:rPr>
              <a:t>Fai clic per modificare il formato del testo della struttura</a:t>
            </a:r>
            <a:endParaRPr b="0" lang="it-IT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pc="-1" strike="noStrike">
                <a:latin typeface="Arial"/>
              </a:rPr>
              <a:t>Secondo livello struttura</a:t>
            </a:r>
            <a:endParaRPr b="0" lang="it-IT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pc="-1" strike="noStrike">
                <a:latin typeface="Arial"/>
              </a:rPr>
              <a:t>Terzo livello struttura</a:t>
            </a:r>
            <a:endParaRPr b="0" lang="it-IT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pc="-1" strike="noStrike">
                <a:latin typeface="Arial"/>
              </a:rPr>
              <a:t>Quarto livello struttura</a:t>
            </a:r>
            <a:endParaRPr b="0" lang="it-IT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latin typeface="Arial"/>
              </a:rPr>
              <a:t>Quinto livello struttura</a:t>
            </a:r>
            <a:endParaRPr b="0" lang="it-IT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latin typeface="Arial"/>
              </a:rPr>
              <a:t>Sesto livello struttura</a:t>
            </a:r>
            <a:endParaRPr b="0" lang="it-IT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latin typeface="Arial"/>
              </a:rPr>
              <a:t>Settimo livello struttura</a:t>
            </a:r>
            <a:endParaRPr b="0" lang="it-IT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CustomShape 2"/>
          <p:cNvSpPr/>
          <p:nvPr/>
        </p:nvSpPr>
        <p:spPr>
          <a:xfrm rot="10800000">
            <a:off x="-9720" y="0"/>
            <a:ext cx="12224880" cy="686700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100000">
                <a:srgbClr val="2f5597"/>
              </a:gs>
            </a:gsLst>
            <a:lin ang="15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8" name="CustomShape 3"/>
          <p:cNvSpPr/>
          <p:nvPr/>
        </p:nvSpPr>
        <p:spPr>
          <a:xfrm flipH="1" rot="10800000">
            <a:off x="441000" y="1080"/>
            <a:ext cx="11771280" cy="6867000"/>
          </a:xfrm>
          <a:prstGeom prst="rect">
            <a:avLst/>
          </a:prstGeom>
          <a:gradFill rotWithShape="0">
            <a:gsLst>
              <a:gs pos="21000">
                <a:srgbClr val="203864">
                  <a:alpha val="83137"/>
                </a:srgbClr>
              </a:gs>
              <a:gs pos="100000">
                <a:srgbClr val="4472c4">
                  <a:alpha val="0"/>
                </a:srgbClr>
              </a:gs>
            </a:gsLst>
            <a:lin ang="13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9" name="CustomShape 4"/>
          <p:cNvSpPr/>
          <p:nvPr/>
        </p:nvSpPr>
        <p:spPr>
          <a:xfrm rot="10800000">
            <a:off x="-12960" y="0"/>
            <a:ext cx="3622320" cy="6867000"/>
          </a:xfrm>
          <a:prstGeom prst="rect">
            <a:avLst/>
          </a:prstGeom>
          <a:gradFill rotWithShape="0">
            <a:gsLst>
              <a:gs pos="1000">
                <a:srgbClr val="000000">
                  <a:alpha val="41176"/>
                </a:srgbClr>
              </a:gs>
              <a:gs pos="100000">
                <a:srgbClr val="2f5597">
                  <a:alpha val="0"/>
                </a:srgbClr>
              </a:gs>
            </a:gsLst>
            <a:lin ang="13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0" name="CustomShape 5"/>
          <p:cNvSpPr/>
          <p:nvPr/>
        </p:nvSpPr>
        <p:spPr>
          <a:xfrm flipH="1">
            <a:off x="-17280" y="0"/>
            <a:ext cx="12232440" cy="6867000"/>
          </a:xfrm>
          <a:prstGeom prst="rect">
            <a:avLst/>
          </a:prstGeom>
          <a:gradFill rotWithShape="0">
            <a:gsLst>
              <a:gs pos="3000">
                <a:srgbClr val="2f5597">
                  <a:alpha val="0"/>
                </a:srgbClr>
              </a:gs>
              <a:gs pos="100000">
                <a:srgbClr val="000000">
                  <a:alpha val="73333"/>
                </a:srgbClr>
              </a:gs>
            </a:gsLst>
            <a:lin ang="15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1" name="CustomShape 6"/>
          <p:cNvSpPr/>
          <p:nvPr/>
        </p:nvSpPr>
        <p:spPr>
          <a:xfrm flipH="1" rot="5400000">
            <a:off x="4482360" y="-860760"/>
            <a:ext cx="6860880" cy="8596800"/>
          </a:xfrm>
          <a:prstGeom prst="rect">
            <a:avLst/>
          </a:prstGeom>
          <a:gradFill rotWithShape="0">
            <a:gsLst>
              <a:gs pos="3000">
                <a:srgbClr val="2f5597">
                  <a:alpha val="0"/>
                </a:srgbClr>
              </a:gs>
              <a:gs pos="100000">
                <a:srgbClr val="000000">
                  <a:alpha val="27058"/>
                </a:srgbClr>
              </a:gs>
            </a:gsLst>
            <a:lin ang="2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2" name="CustomShape 7"/>
          <p:cNvSpPr/>
          <p:nvPr/>
        </p:nvSpPr>
        <p:spPr>
          <a:xfrm rot="5993400">
            <a:off x="1188000" y="1087920"/>
            <a:ext cx="4966560" cy="4987440"/>
          </a:xfrm>
          <a:prstGeom prst="ellipse">
            <a:avLst/>
          </a:prstGeom>
          <a:gradFill rotWithShape="0">
            <a:gsLst>
              <a:gs pos="15000">
                <a:srgbClr val="8faadc">
                  <a:alpha val="0"/>
                </a:srgbClr>
              </a:gs>
              <a:gs pos="100000">
                <a:srgbClr val="4472c4">
                  <a:alpha val="26274"/>
                </a:srgbClr>
              </a:gs>
            </a:gsLst>
            <a:lin ang="19206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3" name="CustomShape 8"/>
          <p:cNvSpPr/>
          <p:nvPr/>
        </p:nvSpPr>
        <p:spPr>
          <a:xfrm>
            <a:off x="4162680" y="819000"/>
            <a:ext cx="6713640" cy="31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>
              <a:lnSpc>
                <a:spcPct val="90000"/>
              </a:lnSpc>
            </a:pPr>
            <a:r>
              <a:rPr b="0" lang="it-IT" sz="4800" spc="-1" strike="noStrike">
                <a:solidFill>
                  <a:srgbClr val="ffffff"/>
                </a:solidFill>
                <a:latin typeface="Calibri Light"/>
                <a:ea typeface="DejaVu Sans"/>
              </a:rPr>
              <a:t>MHW3</a:t>
            </a:r>
            <a:endParaRPr b="0" lang="it-IT" sz="4800" spc="-1" strike="noStrike">
              <a:latin typeface="Arial"/>
            </a:endParaRPr>
          </a:p>
        </p:txBody>
      </p:sp>
      <p:sp>
        <p:nvSpPr>
          <p:cNvPr id="84" name="CustomShape 9"/>
          <p:cNvSpPr/>
          <p:nvPr/>
        </p:nvSpPr>
        <p:spPr>
          <a:xfrm flipH="1">
            <a:off x="-1440" y="4490280"/>
            <a:ext cx="12216600" cy="2376720"/>
          </a:xfrm>
          <a:prstGeom prst="rect">
            <a:avLst/>
          </a:prstGeom>
          <a:gradFill rotWithShape="0">
            <a:gsLst>
              <a:gs pos="1000">
                <a:srgbClr val="000000">
                  <a:alpha val="34117"/>
                </a:srgbClr>
              </a:gs>
              <a:gs pos="100000">
                <a:srgbClr val="2f5597">
                  <a:alpha val="50196"/>
                </a:srgbClr>
              </a:gs>
            </a:gsLst>
            <a:lin ang="8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" name="CustomShape 10"/>
          <p:cNvSpPr/>
          <p:nvPr/>
        </p:nvSpPr>
        <p:spPr>
          <a:xfrm>
            <a:off x="4285440" y="4960800"/>
            <a:ext cx="7054920" cy="107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 fontScale="86000"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it-IT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Gaetano Pennisi </a:t>
            </a:r>
            <a:endParaRPr b="0" lang="it-IT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it-IT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1000001390</a:t>
            </a:r>
            <a:endParaRPr b="0" lang="it-IT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it-IT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01/04/2022</a:t>
            </a:r>
            <a:endParaRPr b="0" lang="it-IT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it-IT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10">
                                  <p:stCondLst>
                                    <p:cond delay="1000"/>
                                  </p:stCondLst>
                                  <p:iterate type="el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7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10">
                                  <p:stCondLst>
                                    <p:cond delay="500"/>
                                  </p:stCondLst>
                                  <p:iterate type="el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" dur="7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0">
                                  <p:stCondLst>
                                    <p:cond delay="1000"/>
                                  </p:stCondLst>
                                  <p:iterate type="el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" dur="7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nodeType="clickEffect" fill="hold" presetClass="entr" presetID="10">
                                  <p:stCondLst>
                                    <p:cond delay="1000"/>
                                  </p:stCondLst>
                                  <p:iterate type="el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" dur="7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1080" y="-9000"/>
            <a:ext cx="1219104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" name="CustomShape 2"/>
          <p:cNvSpPr/>
          <p:nvPr/>
        </p:nvSpPr>
        <p:spPr>
          <a:xfrm flipH="1" rot="5400000">
            <a:off x="-1411560" y="1411200"/>
            <a:ext cx="6856920" cy="4036680"/>
          </a:xfrm>
          <a:prstGeom prst="rect">
            <a:avLst/>
          </a:prstGeom>
          <a:gradFill rotWithShape="0">
            <a:gsLst>
              <a:gs pos="8000">
                <a:srgbClr val="000000"/>
              </a:gs>
              <a:gs pos="100000">
                <a:srgbClr val="2f5597"/>
              </a:gs>
            </a:gsLst>
            <a:lin ang="13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" name="CustomShape 3"/>
          <p:cNvSpPr/>
          <p:nvPr/>
        </p:nvSpPr>
        <p:spPr>
          <a:xfrm flipH="1" rot="5400000">
            <a:off x="-1411560" y="1421280"/>
            <a:ext cx="6856920" cy="4036680"/>
          </a:xfrm>
          <a:prstGeom prst="rect">
            <a:avLst/>
          </a:prstGeom>
          <a:gradFill rotWithShape="0">
            <a:gsLst>
              <a:gs pos="1000">
                <a:srgbClr val="4472c4">
                  <a:alpha val="46274"/>
                </a:srgbClr>
              </a:gs>
              <a:gs pos="100000">
                <a:srgbClr val="000000">
                  <a:alpha val="0"/>
                </a:srgbClr>
              </a:gs>
            </a:gsLst>
            <a:lin ang="14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" name="CustomShape 4"/>
          <p:cNvSpPr/>
          <p:nvPr/>
        </p:nvSpPr>
        <p:spPr>
          <a:xfrm flipH="1" rot="5400000">
            <a:off x="765360" y="3589200"/>
            <a:ext cx="2500920" cy="4036680"/>
          </a:xfrm>
          <a:prstGeom prst="rect">
            <a:avLst/>
          </a:prstGeom>
          <a:gradFill rotWithShape="0">
            <a:gsLst>
              <a:gs pos="2000">
                <a:srgbClr val="4472c4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8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0" name="CustomShape 5"/>
          <p:cNvSpPr/>
          <p:nvPr/>
        </p:nvSpPr>
        <p:spPr>
          <a:xfrm rot="20635800">
            <a:off x="-501480" y="969480"/>
            <a:ext cx="3899160" cy="4177800"/>
          </a:xfrm>
          <a:custGeom>
            <a:avLst/>
            <a:gdLst/>
            <a:ahLst/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 rotWithShape="0">
            <a:gsLst>
              <a:gs pos="29000">
                <a:srgbClr val="000000">
                  <a:alpha val="0"/>
                </a:srgbClr>
              </a:gs>
              <a:gs pos="100000">
                <a:srgbClr val="4472c4">
                  <a:alpha val="43137"/>
                </a:srgbClr>
              </a:gs>
            </a:gsLst>
            <a:lin ang="834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1" name="CustomShape 6"/>
          <p:cNvSpPr/>
          <p:nvPr/>
        </p:nvSpPr>
        <p:spPr>
          <a:xfrm flipH="1" rot="5400000">
            <a:off x="-1411560" y="1401120"/>
            <a:ext cx="6856920" cy="4036680"/>
          </a:xfrm>
          <a:prstGeom prst="rect">
            <a:avLst/>
          </a:prstGeom>
          <a:gradFill rotWithShape="0">
            <a:gsLst>
              <a:gs pos="1000">
                <a:srgbClr val="8faadc">
                  <a:alpha val="11372"/>
                </a:srgbClr>
              </a:gs>
              <a:gs pos="100000">
                <a:srgbClr val="000000">
                  <a:alpha val="0"/>
                </a:srgbClr>
              </a:gs>
            </a:gsLst>
            <a:lin ang="9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" name="CustomShape 7"/>
          <p:cNvSpPr/>
          <p:nvPr/>
        </p:nvSpPr>
        <p:spPr>
          <a:xfrm>
            <a:off x="466560" y="586800"/>
            <a:ext cx="3200400" cy="338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r">
              <a:lnSpc>
                <a:spcPct val="90000"/>
              </a:lnSpc>
            </a:pPr>
            <a:r>
              <a:rPr b="0" lang="it-IT" sz="4000" spc="-1" strike="noStrike">
                <a:solidFill>
                  <a:srgbClr val="ffffff"/>
                </a:solidFill>
                <a:latin typeface="Calibri Light"/>
                <a:ea typeface="DejaVu Sans"/>
              </a:rPr>
              <a:t>Descrizione del progetto</a:t>
            </a:r>
            <a:endParaRPr b="0" lang="it-IT" sz="4000" spc="-1" strike="noStrike">
              <a:latin typeface="Arial"/>
            </a:endParaRPr>
          </a:p>
        </p:txBody>
      </p:sp>
      <p:sp>
        <p:nvSpPr>
          <p:cNvPr id="93" name="CustomShape 8"/>
          <p:cNvSpPr/>
          <p:nvPr/>
        </p:nvSpPr>
        <p:spPr>
          <a:xfrm>
            <a:off x="6120000" y="4534920"/>
            <a:ext cx="6554160" cy="55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>
              <a:lnSpc>
                <a:spcPct val="90000"/>
              </a:lnSpc>
              <a:spcBef>
                <a:spcPts val="1001"/>
              </a:spcBef>
            </a:pP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it-IT" sz="1800" spc="-1" strike="noStrike">
              <a:latin typeface="Arial"/>
            </a:endParaRPr>
          </a:p>
        </p:txBody>
      </p:sp>
      <p:sp>
        <p:nvSpPr>
          <p:cNvPr id="94" name="CustomShape 9"/>
          <p:cNvSpPr/>
          <p:nvPr/>
        </p:nvSpPr>
        <p:spPr>
          <a:xfrm>
            <a:off x="4320360" y="2520000"/>
            <a:ext cx="7739280" cy="13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Shape 10"/>
          <p:cNvSpPr txBox="1"/>
          <p:nvPr/>
        </p:nvSpPr>
        <p:spPr>
          <a:xfrm>
            <a:off x="4500000" y="2769840"/>
            <a:ext cx="7200000" cy="137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it-IT" sz="1800" spc="-1" strike="noStrike">
                <a:latin typeface="Arial"/>
              </a:rPr>
              <a:t>Il progetto consiste nell’integrazione di 2 API in uno dei due </a:t>
            </a:r>
            <a:endParaRPr b="0" lang="it-IT" sz="1800" spc="-1" strike="noStrike">
              <a:latin typeface="Arial"/>
            </a:endParaRPr>
          </a:p>
          <a:p>
            <a:r>
              <a:rPr b="0" lang="it-IT" sz="1800" spc="-1" strike="noStrike">
                <a:latin typeface="Arial"/>
              </a:rPr>
              <a:t>mini-homework precedentemente svolti. Ho scelto di utilizzare le 2 API nel secondo homework. </a:t>
            </a:r>
            <a:endParaRPr b="0" lang="it-IT" sz="1800" spc="-1" strike="noStrike">
              <a:latin typeface="Arial"/>
            </a:endParaRPr>
          </a:p>
          <a:p>
            <a:r>
              <a:rPr b="0" lang="it-IT" sz="1800" spc="-1" strike="noStrike">
                <a:latin typeface="Arial"/>
              </a:rPr>
              <a:t>Entrambe sfruttano una barra di ricerca con la differenza che nella seconda abbiamo un meccanismo di autenticazione Oauth 2.0.</a:t>
            </a:r>
            <a:endParaRPr b="0" lang="it-IT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-1800" y="-9000"/>
            <a:ext cx="1219104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stomShape 2"/>
          <p:cNvSpPr/>
          <p:nvPr/>
        </p:nvSpPr>
        <p:spPr>
          <a:xfrm flipH="1" rot="5400000">
            <a:off x="-1411560" y="1411200"/>
            <a:ext cx="6856920" cy="4036680"/>
          </a:xfrm>
          <a:prstGeom prst="rect">
            <a:avLst/>
          </a:prstGeom>
          <a:gradFill rotWithShape="0">
            <a:gsLst>
              <a:gs pos="8000">
                <a:srgbClr val="000000"/>
              </a:gs>
              <a:gs pos="100000">
                <a:srgbClr val="2f5597"/>
              </a:gs>
            </a:gsLst>
            <a:lin ang="13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" name="CustomShape 3"/>
          <p:cNvSpPr/>
          <p:nvPr/>
        </p:nvSpPr>
        <p:spPr>
          <a:xfrm flipH="1" rot="5400000">
            <a:off x="-1411560" y="1421280"/>
            <a:ext cx="6856920" cy="4036680"/>
          </a:xfrm>
          <a:prstGeom prst="rect">
            <a:avLst/>
          </a:prstGeom>
          <a:gradFill rotWithShape="0">
            <a:gsLst>
              <a:gs pos="1000">
                <a:srgbClr val="4472c4">
                  <a:alpha val="46274"/>
                </a:srgbClr>
              </a:gs>
              <a:gs pos="100000">
                <a:srgbClr val="000000">
                  <a:alpha val="0"/>
                </a:srgbClr>
              </a:gs>
            </a:gsLst>
            <a:lin ang="14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9" name="CustomShape 4"/>
          <p:cNvSpPr/>
          <p:nvPr/>
        </p:nvSpPr>
        <p:spPr>
          <a:xfrm flipH="1" rot="5400000">
            <a:off x="765360" y="3589200"/>
            <a:ext cx="2500920" cy="4036680"/>
          </a:xfrm>
          <a:prstGeom prst="rect">
            <a:avLst/>
          </a:prstGeom>
          <a:gradFill rotWithShape="0">
            <a:gsLst>
              <a:gs pos="2000">
                <a:srgbClr val="4472c4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8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" name="CustomShape 5"/>
          <p:cNvSpPr/>
          <p:nvPr/>
        </p:nvSpPr>
        <p:spPr>
          <a:xfrm rot="20635800">
            <a:off x="-501480" y="969480"/>
            <a:ext cx="3899160" cy="4177800"/>
          </a:xfrm>
          <a:custGeom>
            <a:avLst/>
            <a:gdLst/>
            <a:ahLst/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 rotWithShape="0">
            <a:gsLst>
              <a:gs pos="29000">
                <a:srgbClr val="000000">
                  <a:alpha val="0"/>
                </a:srgbClr>
              </a:gs>
              <a:gs pos="100000">
                <a:srgbClr val="4472c4">
                  <a:alpha val="43137"/>
                </a:srgbClr>
              </a:gs>
            </a:gsLst>
            <a:lin ang="834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1" name="CustomShape 6"/>
          <p:cNvSpPr/>
          <p:nvPr/>
        </p:nvSpPr>
        <p:spPr>
          <a:xfrm flipH="1" rot="5400000">
            <a:off x="-1254240" y="1258920"/>
            <a:ext cx="6856920" cy="4321080"/>
          </a:xfrm>
          <a:prstGeom prst="rect">
            <a:avLst/>
          </a:prstGeom>
          <a:gradFill rotWithShape="0">
            <a:gsLst>
              <a:gs pos="1000">
                <a:srgbClr val="8faadc">
                  <a:alpha val="11372"/>
                </a:srgbClr>
              </a:gs>
              <a:gs pos="100000">
                <a:srgbClr val="000000">
                  <a:alpha val="0"/>
                </a:srgbClr>
              </a:gs>
            </a:gsLst>
            <a:lin ang="9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2" name="CustomShape 7"/>
          <p:cNvSpPr/>
          <p:nvPr/>
        </p:nvSpPr>
        <p:spPr>
          <a:xfrm>
            <a:off x="466560" y="586800"/>
            <a:ext cx="3200400" cy="338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r">
              <a:lnSpc>
                <a:spcPct val="90000"/>
              </a:lnSpc>
            </a:pPr>
            <a:r>
              <a:rPr b="0" lang="it-IT" sz="4000" spc="-1" strike="noStrike">
                <a:solidFill>
                  <a:srgbClr val="ffffff"/>
                </a:solidFill>
                <a:latin typeface="Calibri Light"/>
                <a:ea typeface="DejaVu Sans"/>
              </a:rPr>
              <a:t>API 1:</a:t>
            </a:r>
            <a:endParaRPr b="0" lang="it-IT" sz="4000" spc="-1" strike="noStrike">
              <a:latin typeface="Arial"/>
            </a:endParaRPr>
          </a:p>
          <a:p>
            <a:pPr algn="r">
              <a:lnSpc>
                <a:spcPct val="90000"/>
              </a:lnSpc>
            </a:pPr>
            <a:r>
              <a:rPr b="0" lang="it-IT" sz="2800" spc="-1" strike="noStrike">
                <a:solidFill>
                  <a:srgbClr val="ffffff"/>
                </a:solidFill>
                <a:latin typeface="Calibri Light"/>
                <a:ea typeface="DejaVu Sans"/>
              </a:rPr>
              <a:t>Funzionamento e Documentazione</a:t>
            </a:r>
            <a:endParaRPr b="0" lang="it-IT" sz="2800" spc="-1" strike="noStrike">
              <a:latin typeface="Arial"/>
            </a:endParaRPr>
          </a:p>
          <a:p>
            <a:pPr algn="r">
              <a:lnSpc>
                <a:spcPct val="90000"/>
              </a:lnSpc>
            </a:pPr>
            <a:endParaRPr b="0" lang="it-IT" sz="2800" spc="-1" strike="noStrike">
              <a:latin typeface="Arial"/>
            </a:endParaRPr>
          </a:p>
        </p:txBody>
      </p:sp>
      <p:sp>
        <p:nvSpPr>
          <p:cNvPr id="103" name="CustomShape 8"/>
          <p:cNvSpPr/>
          <p:nvPr/>
        </p:nvSpPr>
        <p:spPr>
          <a:xfrm>
            <a:off x="4810320" y="649440"/>
            <a:ext cx="6554160" cy="55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4" name="" descr=""/>
          <p:cNvPicPr/>
          <p:nvPr/>
        </p:nvPicPr>
        <p:blipFill>
          <a:blip r:embed="rId1"/>
          <a:srcRect l="23148" t="10635" r="32558" b="5330"/>
          <a:stretch/>
        </p:blipFill>
        <p:spPr>
          <a:xfrm>
            <a:off x="4500000" y="360000"/>
            <a:ext cx="3780000" cy="4032000"/>
          </a:xfrm>
          <a:prstGeom prst="rect">
            <a:avLst/>
          </a:prstGeom>
          <a:ln w="0">
            <a:noFill/>
          </a:ln>
        </p:spPr>
      </p:pic>
      <p:sp>
        <p:nvSpPr>
          <p:cNvPr id="105" name="TextShape 9"/>
          <p:cNvSpPr txBox="1"/>
          <p:nvPr/>
        </p:nvSpPr>
        <p:spPr>
          <a:xfrm>
            <a:off x="8280000" y="2485800"/>
            <a:ext cx="3600000" cy="111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it-IT" sz="1800" spc="-1" strike="noStrike">
                <a:latin typeface="Arial"/>
              </a:rPr>
              <a:t>La prima API permette di trovare, una volta inseriti nome dell’autore e il brano desiderato, il testo della canzone cercata.</a:t>
            </a:r>
            <a:endParaRPr b="0" lang="it-IT" sz="1800" spc="-1" strike="noStrike"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2"/>
          <a:srcRect l="58580" t="28376" r="1555" b="34852"/>
          <a:stretch/>
        </p:blipFill>
        <p:spPr>
          <a:xfrm>
            <a:off x="7200000" y="4140000"/>
            <a:ext cx="4859640" cy="251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stomShape 1"/>
          <p:cNvSpPr/>
          <p:nvPr/>
        </p:nvSpPr>
        <p:spPr>
          <a:xfrm>
            <a:off x="-180000" y="3429360"/>
            <a:ext cx="1219104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8" name="CustomShape 2"/>
          <p:cNvSpPr/>
          <p:nvPr/>
        </p:nvSpPr>
        <p:spPr>
          <a:xfrm>
            <a:off x="0" y="11160"/>
            <a:ext cx="1218780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" name="CustomShape 3"/>
          <p:cNvSpPr/>
          <p:nvPr/>
        </p:nvSpPr>
        <p:spPr>
          <a:xfrm flipH="1" rot="5400000">
            <a:off x="-1411560" y="1411200"/>
            <a:ext cx="6856920" cy="4036680"/>
          </a:xfrm>
          <a:prstGeom prst="rect">
            <a:avLst/>
          </a:prstGeom>
          <a:gradFill rotWithShape="0">
            <a:gsLst>
              <a:gs pos="8000">
                <a:srgbClr val="000000"/>
              </a:gs>
              <a:gs pos="100000">
                <a:srgbClr val="2f5597"/>
              </a:gs>
            </a:gsLst>
            <a:lin ang="13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0" name="CustomShape 4"/>
          <p:cNvSpPr/>
          <p:nvPr/>
        </p:nvSpPr>
        <p:spPr>
          <a:xfrm flipH="1" rot="5400000">
            <a:off x="-1411560" y="1421280"/>
            <a:ext cx="6856920" cy="4036680"/>
          </a:xfrm>
          <a:prstGeom prst="rect">
            <a:avLst/>
          </a:prstGeom>
          <a:gradFill rotWithShape="0">
            <a:gsLst>
              <a:gs pos="1000">
                <a:srgbClr val="4472c4">
                  <a:alpha val="46274"/>
                </a:srgbClr>
              </a:gs>
              <a:gs pos="100000">
                <a:srgbClr val="000000">
                  <a:alpha val="0"/>
                </a:srgbClr>
              </a:gs>
            </a:gsLst>
            <a:lin ang="14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1" name="CustomShape 5"/>
          <p:cNvSpPr/>
          <p:nvPr/>
        </p:nvSpPr>
        <p:spPr>
          <a:xfrm flipH="1" rot="5400000">
            <a:off x="765360" y="3589200"/>
            <a:ext cx="2500920" cy="4036680"/>
          </a:xfrm>
          <a:prstGeom prst="rect">
            <a:avLst/>
          </a:prstGeom>
          <a:gradFill rotWithShape="0">
            <a:gsLst>
              <a:gs pos="2000">
                <a:srgbClr val="4472c4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8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2" name="CustomShape 6"/>
          <p:cNvSpPr/>
          <p:nvPr/>
        </p:nvSpPr>
        <p:spPr>
          <a:xfrm rot="20635800">
            <a:off x="-501480" y="969480"/>
            <a:ext cx="3899160" cy="4177800"/>
          </a:xfrm>
          <a:custGeom>
            <a:avLst/>
            <a:gdLst/>
            <a:ahLst/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 rotWithShape="0">
            <a:gsLst>
              <a:gs pos="29000">
                <a:srgbClr val="000000">
                  <a:alpha val="0"/>
                </a:srgbClr>
              </a:gs>
              <a:gs pos="100000">
                <a:srgbClr val="4472c4">
                  <a:alpha val="43137"/>
                </a:srgbClr>
              </a:gs>
            </a:gsLst>
            <a:lin ang="834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3" name="CustomShape 7"/>
          <p:cNvSpPr/>
          <p:nvPr/>
        </p:nvSpPr>
        <p:spPr>
          <a:xfrm flipH="1" rot="5400000">
            <a:off x="-1411560" y="1401120"/>
            <a:ext cx="6856920" cy="4036680"/>
          </a:xfrm>
          <a:prstGeom prst="rect">
            <a:avLst/>
          </a:prstGeom>
          <a:gradFill rotWithShape="0">
            <a:gsLst>
              <a:gs pos="1000">
                <a:srgbClr val="8faadc">
                  <a:alpha val="11372"/>
                </a:srgbClr>
              </a:gs>
              <a:gs pos="100000">
                <a:srgbClr val="000000">
                  <a:alpha val="0"/>
                </a:srgbClr>
              </a:gs>
            </a:gsLst>
            <a:lin ang="9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4" name="CustomShape 8"/>
          <p:cNvSpPr/>
          <p:nvPr/>
        </p:nvSpPr>
        <p:spPr>
          <a:xfrm>
            <a:off x="466560" y="586800"/>
            <a:ext cx="3200400" cy="338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r">
              <a:lnSpc>
                <a:spcPct val="90000"/>
              </a:lnSpc>
            </a:pPr>
            <a:r>
              <a:rPr b="0" lang="it-IT" sz="4000" spc="-1" strike="noStrike">
                <a:solidFill>
                  <a:srgbClr val="ffffff"/>
                </a:solidFill>
                <a:latin typeface="Calibri Light"/>
                <a:ea typeface="DejaVu Sans"/>
              </a:rPr>
              <a:t>API 1:</a:t>
            </a:r>
            <a:endParaRPr b="0" lang="it-IT" sz="4000" spc="-1" strike="noStrike">
              <a:latin typeface="Arial"/>
            </a:endParaRPr>
          </a:p>
          <a:p>
            <a:pPr algn="r">
              <a:lnSpc>
                <a:spcPct val="90000"/>
              </a:lnSpc>
            </a:pPr>
            <a:r>
              <a:rPr b="0" lang="it-IT" sz="4000" spc="-1" strike="noStrike">
                <a:solidFill>
                  <a:srgbClr val="ffffff"/>
                </a:solidFill>
                <a:latin typeface="Calibri Light"/>
                <a:ea typeface="DejaVu Sans"/>
              </a:rPr>
              <a:t>Codice</a:t>
            </a:r>
            <a:endParaRPr b="0" lang="it-IT" sz="4000" spc="-1" strike="noStrike">
              <a:latin typeface="Arial"/>
            </a:endParaRPr>
          </a:p>
        </p:txBody>
      </p:sp>
      <p:sp>
        <p:nvSpPr>
          <p:cNvPr id="115" name="CustomShape 9"/>
          <p:cNvSpPr/>
          <p:nvPr/>
        </p:nvSpPr>
        <p:spPr>
          <a:xfrm>
            <a:off x="4810320" y="649440"/>
            <a:ext cx="6554160" cy="55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CustomShape 10"/>
          <p:cNvSpPr/>
          <p:nvPr/>
        </p:nvSpPr>
        <p:spPr>
          <a:xfrm>
            <a:off x="6300000" y="2160000"/>
            <a:ext cx="5759640" cy="11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17" name="" descr=""/>
          <p:cNvPicPr/>
          <p:nvPr/>
        </p:nvPicPr>
        <p:blipFill>
          <a:blip r:embed="rId1"/>
          <a:srcRect l="8384" t="9990" r="32558" b="11220"/>
          <a:stretch/>
        </p:blipFill>
        <p:spPr>
          <a:xfrm>
            <a:off x="4500000" y="720000"/>
            <a:ext cx="7199640" cy="539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"/>
          <p:cNvSpPr/>
          <p:nvPr/>
        </p:nvSpPr>
        <p:spPr>
          <a:xfrm>
            <a:off x="-131040" y="3429720"/>
            <a:ext cx="1219104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9" name="CustomShape 2"/>
          <p:cNvSpPr/>
          <p:nvPr/>
        </p:nvSpPr>
        <p:spPr>
          <a:xfrm>
            <a:off x="2211840" y="3429360"/>
            <a:ext cx="1218780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" name="CustomShape 3"/>
          <p:cNvSpPr/>
          <p:nvPr/>
        </p:nvSpPr>
        <p:spPr>
          <a:xfrm flipH="1" rot="5400000">
            <a:off x="-1411560" y="1411200"/>
            <a:ext cx="6856920" cy="4036680"/>
          </a:xfrm>
          <a:prstGeom prst="rect">
            <a:avLst/>
          </a:prstGeom>
          <a:gradFill rotWithShape="0">
            <a:gsLst>
              <a:gs pos="8000">
                <a:srgbClr val="000000"/>
              </a:gs>
              <a:gs pos="100000">
                <a:srgbClr val="2f5597"/>
              </a:gs>
            </a:gsLst>
            <a:lin ang="13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" name="CustomShape 4"/>
          <p:cNvSpPr/>
          <p:nvPr/>
        </p:nvSpPr>
        <p:spPr>
          <a:xfrm flipH="1" rot="5400000">
            <a:off x="-1411560" y="1421280"/>
            <a:ext cx="6856920" cy="4036680"/>
          </a:xfrm>
          <a:prstGeom prst="rect">
            <a:avLst/>
          </a:prstGeom>
          <a:gradFill rotWithShape="0">
            <a:gsLst>
              <a:gs pos="1000">
                <a:srgbClr val="4472c4">
                  <a:alpha val="46274"/>
                </a:srgbClr>
              </a:gs>
              <a:gs pos="100000">
                <a:srgbClr val="000000">
                  <a:alpha val="0"/>
                </a:srgbClr>
              </a:gs>
            </a:gsLst>
            <a:lin ang="14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2" name="CustomShape 5"/>
          <p:cNvSpPr/>
          <p:nvPr/>
        </p:nvSpPr>
        <p:spPr>
          <a:xfrm flipH="1" rot="5400000">
            <a:off x="765360" y="3589200"/>
            <a:ext cx="2500920" cy="4036680"/>
          </a:xfrm>
          <a:prstGeom prst="rect">
            <a:avLst/>
          </a:prstGeom>
          <a:gradFill rotWithShape="0">
            <a:gsLst>
              <a:gs pos="2000">
                <a:srgbClr val="4472c4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8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3" name="CustomShape 6"/>
          <p:cNvSpPr/>
          <p:nvPr/>
        </p:nvSpPr>
        <p:spPr>
          <a:xfrm rot="20635800">
            <a:off x="-501480" y="969480"/>
            <a:ext cx="3899160" cy="4177800"/>
          </a:xfrm>
          <a:custGeom>
            <a:avLst/>
            <a:gdLst/>
            <a:ahLst/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 rotWithShape="0">
            <a:gsLst>
              <a:gs pos="29000">
                <a:srgbClr val="000000">
                  <a:alpha val="0"/>
                </a:srgbClr>
              </a:gs>
              <a:gs pos="100000">
                <a:srgbClr val="4472c4">
                  <a:alpha val="43137"/>
                </a:srgbClr>
              </a:gs>
            </a:gsLst>
            <a:lin ang="834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4" name="CustomShape 7"/>
          <p:cNvSpPr/>
          <p:nvPr/>
        </p:nvSpPr>
        <p:spPr>
          <a:xfrm flipH="1" rot="5400000">
            <a:off x="-1411560" y="1421280"/>
            <a:ext cx="6856920" cy="4036680"/>
          </a:xfrm>
          <a:prstGeom prst="rect">
            <a:avLst/>
          </a:prstGeom>
          <a:gradFill rotWithShape="0">
            <a:gsLst>
              <a:gs pos="1000">
                <a:srgbClr val="8faadc">
                  <a:alpha val="11372"/>
                </a:srgbClr>
              </a:gs>
              <a:gs pos="100000">
                <a:srgbClr val="000000">
                  <a:alpha val="0"/>
                </a:srgbClr>
              </a:gs>
            </a:gsLst>
            <a:lin ang="9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5" name="CustomShape 8"/>
          <p:cNvSpPr/>
          <p:nvPr/>
        </p:nvSpPr>
        <p:spPr>
          <a:xfrm>
            <a:off x="466560" y="586800"/>
            <a:ext cx="3200400" cy="338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r">
              <a:lnSpc>
                <a:spcPct val="90000"/>
              </a:lnSpc>
            </a:pPr>
            <a:r>
              <a:rPr b="0" lang="it-IT" sz="4000" spc="-1" strike="noStrike">
                <a:solidFill>
                  <a:srgbClr val="ffffff"/>
                </a:solidFill>
                <a:latin typeface="Calibri Light"/>
                <a:ea typeface="DejaVu Sans"/>
              </a:rPr>
              <a:t>API 2:</a:t>
            </a:r>
            <a:endParaRPr b="0" lang="it-IT" sz="4000" spc="-1" strike="noStrike">
              <a:latin typeface="Arial"/>
            </a:endParaRPr>
          </a:p>
          <a:p>
            <a:pPr algn="r">
              <a:lnSpc>
                <a:spcPct val="90000"/>
              </a:lnSpc>
            </a:pPr>
            <a:r>
              <a:rPr b="0" lang="it-IT" sz="2800" spc="-1" strike="noStrike">
                <a:solidFill>
                  <a:srgbClr val="ffffff"/>
                </a:solidFill>
                <a:latin typeface="Calibri Light"/>
                <a:ea typeface="DejaVu Sans"/>
              </a:rPr>
              <a:t>Funzionamento e Documentazione</a:t>
            </a:r>
            <a:endParaRPr b="0" lang="it-IT" sz="2800" spc="-1" strike="noStrike">
              <a:latin typeface="Arial"/>
            </a:endParaRPr>
          </a:p>
        </p:txBody>
      </p:sp>
      <p:sp>
        <p:nvSpPr>
          <p:cNvPr id="126" name="CustomShape 9"/>
          <p:cNvSpPr/>
          <p:nvPr/>
        </p:nvSpPr>
        <p:spPr>
          <a:xfrm>
            <a:off x="4810320" y="649440"/>
            <a:ext cx="6554160" cy="55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CustomShape 10"/>
          <p:cNvSpPr/>
          <p:nvPr/>
        </p:nvSpPr>
        <p:spPr>
          <a:xfrm>
            <a:off x="4320000" y="3060000"/>
            <a:ext cx="4139640" cy="26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8" name="" descr=""/>
          <p:cNvPicPr/>
          <p:nvPr/>
        </p:nvPicPr>
        <p:blipFill>
          <a:blip r:embed="rId1"/>
          <a:srcRect l="21748" t="18583" r="32480" b="15758"/>
          <a:stretch/>
        </p:blipFill>
        <p:spPr>
          <a:xfrm>
            <a:off x="4035600" y="11160"/>
            <a:ext cx="4673520" cy="3768840"/>
          </a:xfrm>
          <a:prstGeom prst="rect">
            <a:avLst/>
          </a:prstGeom>
          <a:ln w="0">
            <a:noFill/>
          </a:ln>
        </p:spPr>
      </p:pic>
      <p:pic>
        <p:nvPicPr>
          <p:cNvPr id="129" name="" descr=""/>
          <p:cNvPicPr/>
          <p:nvPr/>
        </p:nvPicPr>
        <p:blipFill>
          <a:blip r:embed="rId2"/>
          <a:srcRect l="23148" t="15241" r="16319" b="17210"/>
          <a:stretch/>
        </p:blipFill>
        <p:spPr>
          <a:xfrm>
            <a:off x="6120000" y="3736440"/>
            <a:ext cx="4974480" cy="3120480"/>
          </a:xfrm>
          <a:prstGeom prst="rect">
            <a:avLst/>
          </a:prstGeom>
          <a:ln w="0">
            <a:noFill/>
          </a:ln>
        </p:spPr>
      </p:pic>
      <p:sp>
        <p:nvSpPr>
          <p:cNvPr id="130" name="TextShape 11"/>
          <p:cNvSpPr txBox="1"/>
          <p:nvPr/>
        </p:nvSpPr>
        <p:spPr>
          <a:xfrm>
            <a:off x="8820000" y="540000"/>
            <a:ext cx="3060000" cy="26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>
            <a:noAutofit/>
          </a:bodyPr>
          <a:p>
            <a:r>
              <a:rPr b="0" lang="it-IT" sz="1800" spc="-1" strike="noStrike">
                <a:latin typeface="Arial"/>
              </a:rPr>
              <a:t>La seconda API richiede un meccanismo di autenticazione Oauth 2.0 e consente una volta inserito il nome del album che si vuole visualizzare di ricevere in risposta la stampa di un massimo di 6 album con quel nome o simili.</a:t>
            </a:r>
            <a:endParaRPr b="0" lang="it-IT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CustomShape 1"/>
          <p:cNvSpPr/>
          <p:nvPr/>
        </p:nvSpPr>
        <p:spPr>
          <a:xfrm>
            <a:off x="3960" y="2700000"/>
            <a:ext cx="1219104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2" name="CustomShape 2"/>
          <p:cNvSpPr/>
          <p:nvPr/>
        </p:nvSpPr>
        <p:spPr>
          <a:xfrm>
            <a:off x="3960" y="3429360"/>
            <a:ext cx="1218780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3" name="CustomShape 3"/>
          <p:cNvSpPr/>
          <p:nvPr/>
        </p:nvSpPr>
        <p:spPr>
          <a:xfrm flipH="1" rot="5400000">
            <a:off x="-1411560" y="1411200"/>
            <a:ext cx="6856920" cy="4036680"/>
          </a:xfrm>
          <a:prstGeom prst="rect">
            <a:avLst/>
          </a:prstGeom>
          <a:gradFill rotWithShape="0">
            <a:gsLst>
              <a:gs pos="8000">
                <a:srgbClr val="000000"/>
              </a:gs>
              <a:gs pos="100000">
                <a:srgbClr val="2f5597"/>
              </a:gs>
            </a:gsLst>
            <a:lin ang="13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4" name="CustomShape 4"/>
          <p:cNvSpPr/>
          <p:nvPr/>
        </p:nvSpPr>
        <p:spPr>
          <a:xfrm flipH="1" rot="5400000">
            <a:off x="-1411560" y="1421280"/>
            <a:ext cx="6856920" cy="4036680"/>
          </a:xfrm>
          <a:prstGeom prst="rect">
            <a:avLst/>
          </a:prstGeom>
          <a:gradFill rotWithShape="0">
            <a:gsLst>
              <a:gs pos="1000">
                <a:srgbClr val="4472c4">
                  <a:alpha val="46274"/>
                </a:srgbClr>
              </a:gs>
              <a:gs pos="100000">
                <a:srgbClr val="000000">
                  <a:alpha val="0"/>
                </a:srgbClr>
              </a:gs>
            </a:gsLst>
            <a:lin ang="14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" name="CustomShape 5"/>
          <p:cNvSpPr/>
          <p:nvPr/>
        </p:nvSpPr>
        <p:spPr>
          <a:xfrm flipH="1" rot="5400000">
            <a:off x="765360" y="3589200"/>
            <a:ext cx="2500920" cy="4036680"/>
          </a:xfrm>
          <a:prstGeom prst="rect">
            <a:avLst/>
          </a:prstGeom>
          <a:gradFill rotWithShape="0">
            <a:gsLst>
              <a:gs pos="2000">
                <a:srgbClr val="4472c4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8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6" name="CustomShape 6"/>
          <p:cNvSpPr/>
          <p:nvPr/>
        </p:nvSpPr>
        <p:spPr>
          <a:xfrm rot="20635800">
            <a:off x="-501480" y="969480"/>
            <a:ext cx="3899160" cy="4177800"/>
          </a:xfrm>
          <a:custGeom>
            <a:avLst/>
            <a:gdLst/>
            <a:ahLst/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 rotWithShape="0">
            <a:gsLst>
              <a:gs pos="29000">
                <a:srgbClr val="000000">
                  <a:alpha val="0"/>
                </a:srgbClr>
              </a:gs>
              <a:gs pos="100000">
                <a:srgbClr val="4472c4">
                  <a:alpha val="43137"/>
                </a:srgbClr>
              </a:gs>
            </a:gsLst>
            <a:lin ang="834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7" name="CustomShape 7"/>
          <p:cNvSpPr/>
          <p:nvPr/>
        </p:nvSpPr>
        <p:spPr>
          <a:xfrm flipH="1" rot="5400000">
            <a:off x="-3130920" y="3120480"/>
            <a:ext cx="10295640" cy="4036680"/>
          </a:xfrm>
          <a:prstGeom prst="rect">
            <a:avLst/>
          </a:prstGeom>
          <a:gradFill rotWithShape="0">
            <a:gsLst>
              <a:gs pos="1000">
                <a:srgbClr val="8faadc">
                  <a:alpha val="11372"/>
                </a:srgbClr>
              </a:gs>
              <a:gs pos="100000">
                <a:srgbClr val="000000">
                  <a:alpha val="0"/>
                </a:srgbClr>
              </a:gs>
            </a:gsLst>
            <a:lin ang="9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8" name="CustomShape 8"/>
          <p:cNvSpPr/>
          <p:nvPr/>
        </p:nvSpPr>
        <p:spPr>
          <a:xfrm>
            <a:off x="466560" y="586800"/>
            <a:ext cx="3200400" cy="338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r">
              <a:lnSpc>
                <a:spcPct val="90000"/>
              </a:lnSpc>
            </a:pPr>
            <a:r>
              <a:rPr b="0" lang="it-IT" sz="4000" spc="-1" strike="noStrike">
                <a:solidFill>
                  <a:srgbClr val="ffffff"/>
                </a:solidFill>
                <a:latin typeface="Calibri Light"/>
                <a:ea typeface="DejaVu Sans"/>
              </a:rPr>
              <a:t>API 2:</a:t>
            </a:r>
            <a:endParaRPr b="0" lang="it-IT" sz="4000" spc="-1" strike="noStrike">
              <a:latin typeface="Arial"/>
            </a:endParaRPr>
          </a:p>
          <a:p>
            <a:pPr algn="r">
              <a:lnSpc>
                <a:spcPct val="90000"/>
              </a:lnSpc>
            </a:pPr>
            <a:r>
              <a:rPr b="0" lang="it-IT" sz="4000" spc="-1" strike="noStrike">
                <a:solidFill>
                  <a:srgbClr val="ffffff"/>
                </a:solidFill>
                <a:latin typeface="Calibri Light"/>
                <a:ea typeface="DejaVu Sans"/>
              </a:rPr>
              <a:t>Codice</a:t>
            </a:r>
            <a:endParaRPr b="0" lang="it-IT" sz="4000" spc="-1" strike="noStrike">
              <a:latin typeface="Arial"/>
            </a:endParaRPr>
          </a:p>
        </p:txBody>
      </p:sp>
      <p:sp>
        <p:nvSpPr>
          <p:cNvPr id="139" name="CustomShape 9"/>
          <p:cNvSpPr/>
          <p:nvPr/>
        </p:nvSpPr>
        <p:spPr>
          <a:xfrm>
            <a:off x="4810320" y="649440"/>
            <a:ext cx="6554160" cy="55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40" name="" descr=""/>
          <p:cNvPicPr/>
          <p:nvPr/>
        </p:nvPicPr>
        <p:blipFill>
          <a:blip r:embed="rId1"/>
          <a:srcRect l="6909" t="12618" r="48796" b="21722"/>
          <a:stretch/>
        </p:blipFill>
        <p:spPr>
          <a:xfrm>
            <a:off x="4035600" y="1440000"/>
            <a:ext cx="4680000" cy="4499640"/>
          </a:xfrm>
          <a:prstGeom prst="rect">
            <a:avLst/>
          </a:prstGeom>
          <a:ln w="0">
            <a:noFill/>
          </a:ln>
        </p:spPr>
      </p:pic>
      <p:pic>
        <p:nvPicPr>
          <p:cNvPr id="141" name="" descr=""/>
          <p:cNvPicPr/>
          <p:nvPr/>
        </p:nvPicPr>
        <p:blipFill>
          <a:blip r:embed="rId2"/>
          <a:srcRect l="8384" t="12618" r="57656" b="13848"/>
          <a:stretch/>
        </p:blipFill>
        <p:spPr>
          <a:xfrm>
            <a:off x="8640000" y="360"/>
            <a:ext cx="3552120" cy="503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CustomShape 1"/>
          <p:cNvSpPr/>
          <p:nvPr/>
        </p:nvSpPr>
        <p:spPr>
          <a:xfrm>
            <a:off x="-1800" y="-9000"/>
            <a:ext cx="1219104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3" name="CustomShape 2"/>
          <p:cNvSpPr/>
          <p:nvPr/>
        </p:nvSpPr>
        <p:spPr>
          <a:xfrm>
            <a:off x="4320" y="11160"/>
            <a:ext cx="1218780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4" name="CustomShape 3"/>
          <p:cNvSpPr/>
          <p:nvPr/>
        </p:nvSpPr>
        <p:spPr>
          <a:xfrm flipH="1" rot="5400000">
            <a:off x="-1411560" y="1411200"/>
            <a:ext cx="6856920" cy="4036680"/>
          </a:xfrm>
          <a:prstGeom prst="rect">
            <a:avLst/>
          </a:prstGeom>
          <a:gradFill rotWithShape="0">
            <a:gsLst>
              <a:gs pos="8000">
                <a:srgbClr val="000000"/>
              </a:gs>
              <a:gs pos="100000">
                <a:srgbClr val="2f5597"/>
              </a:gs>
            </a:gsLst>
            <a:lin ang="13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5" name="CustomShape 4"/>
          <p:cNvSpPr/>
          <p:nvPr/>
        </p:nvSpPr>
        <p:spPr>
          <a:xfrm flipH="1" rot="5400000">
            <a:off x="-1411560" y="1421280"/>
            <a:ext cx="6856920" cy="4036680"/>
          </a:xfrm>
          <a:prstGeom prst="rect">
            <a:avLst/>
          </a:prstGeom>
          <a:gradFill rotWithShape="0">
            <a:gsLst>
              <a:gs pos="1000">
                <a:srgbClr val="4472c4">
                  <a:alpha val="46274"/>
                </a:srgbClr>
              </a:gs>
              <a:gs pos="100000">
                <a:srgbClr val="000000">
                  <a:alpha val="0"/>
                </a:srgbClr>
              </a:gs>
            </a:gsLst>
            <a:lin ang="14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6" name="CustomShape 5"/>
          <p:cNvSpPr/>
          <p:nvPr/>
        </p:nvSpPr>
        <p:spPr>
          <a:xfrm flipH="1" rot="5400000">
            <a:off x="765360" y="3589200"/>
            <a:ext cx="2500920" cy="4036680"/>
          </a:xfrm>
          <a:prstGeom prst="rect">
            <a:avLst/>
          </a:prstGeom>
          <a:gradFill rotWithShape="0">
            <a:gsLst>
              <a:gs pos="2000">
                <a:srgbClr val="4472c4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8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7" name="CustomShape 6"/>
          <p:cNvSpPr/>
          <p:nvPr/>
        </p:nvSpPr>
        <p:spPr>
          <a:xfrm rot="20635800">
            <a:off x="-501480" y="969480"/>
            <a:ext cx="3899160" cy="4177800"/>
          </a:xfrm>
          <a:custGeom>
            <a:avLst/>
            <a:gdLst/>
            <a:ahLst/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 rotWithShape="0">
            <a:gsLst>
              <a:gs pos="29000">
                <a:srgbClr val="000000">
                  <a:alpha val="0"/>
                </a:srgbClr>
              </a:gs>
              <a:gs pos="100000">
                <a:srgbClr val="4472c4">
                  <a:alpha val="43137"/>
                </a:srgbClr>
              </a:gs>
            </a:gsLst>
            <a:lin ang="834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8" name="CustomShape 7"/>
          <p:cNvSpPr/>
          <p:nvPr/>
        </p:nvSpPr>
        <p:spPr>
          <a:xfrm flipH="1" rot="5400000">
            <a:off x="-3131640" y="3120480"/>
            <a:ext cx="10295640" cy="4036680"/>
          </a:xfrm>
          <a:prstGeom prst="rect">
            <a:avLst/>
          </a:prstGeom>
          <a:gradFill rotWithShape="0">
            <a:gsLst>
              <a:gs pos="1000">
                <a:srgbClr val="8faadc">
                  <a:alpha val="11372"/>
                </a:srgbClr>
              </a:gs>
              <a:gs pos="100000">
                <a:srgbClr val="000000">
                  <a:alpha val="0"/>
                </a:srgbClr>
              </a:gs>
            </a:gsLst>
            <a:lin ang="9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9" name="CustomShape 8"/>
          <p:cNvSpPr/>
          <p:nvPr/>
        </p:nvSpPr>
        <p:spPr>
          <a:xfrm>
            <a:off x="466560" y="586800"/>
            <a:ext cx="3200400" cy="338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r">
              <a:lnSpc>
                <a:spcPct val="90000"/>
              </a:lnSpc>
            </a:pPr>
            <a:r>
              <a:rPr b="0" lang="it-IT" sz="4000" spc="-1" strike="noStrike">
                <a:solidFill>
                  <a:srgbClr val="ffffff"/>
                </a:solidFill>
                <a:latin typeface="Calibri Light"/>
                <a:ea typeface="DejaVu Sans"/>
              </a:rPr>
              <a:t>API 2:</a:t>
            </a:r>
            <a:endParaRPr b="0" lang="it-IT" sz="4000" spc="-1" strike="noStrike">
              <a:latin typeface="Arial"/>
            </a:endParaRPr>
          </a:p>
          <a:p>
            <a:pPr algn="r">
              <a:lnSpc>
                <a:spcPct val="90000"/>
              </a:lnSpc>
            </a:pPr>
            <a:r>
              <a:rPr b="0" lang="it-IT" sz="4000" spc="-1" strike="noStrike">
                <a:solidFill>
                  <a:srgbClr val="ffffff"/>
                </a:solidFill>
                <a:latin typeface="Calibri Light"/>
                <a:ea typeface="DejaVu Sans"/>
              </a:rPr>
              <a:t>Codice</a:t>
            </a:r>
            <a:endParaRPr b="0" lang="it-IT" sz="4000" spc="-1" strike="noStrike">
              <a:latin typeface="Arial"/>
            </a:endParaRPr>
          </a:p>
        </p:txBody>
      </p:sp>
      <p:sp>
        <p:nvSpPr>
          <p:cNvPr id="150" name="CustomShape 9"/>
          <p:cNvSpPr/>
          <p:nvPr/>
        </p:nvSpPr>
        <p:spPr>
          <a:xfrm>
            <a:off x="4810320" y="649440"/>
            <a:ext cx="6554160" cy="55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CustomShape 10"/>
          <p:cNvSpPr/>
          <p:nvPr/>
        </p:nvSpPr>
        <p:spPr>
          <a:xfrm>
            <a:off x="8640000" y="4140000"/>
            <a:ext cx="3419640" cy="18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2" name="" descr=""/>
          <p:cNvPicPr/>
          <p:nvPr/>
        </p:nvPicPr>
        <p:blipFill>
          <a:blip r:embed="rId1"/>
          <a:srcRect l="6909" t="15241" r="51749" b="13848"/>
          <a:stretch/>
        </p:blipFill>
        <p:spPr>
          <a:xfrm>
            <a:off x="5760000" y="900360"/>
            <a:ext cx="5039640" cy="48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1620000" y="3429360"/>
            <a:ext cx="1219104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4" name="CustomShape 2"/>
          <p:cNvSpPr/>
          <p:nvPr/>
        </p:nvSpPr>
        <p:spPr>
          <a:xfrm>
            <a:off x="-1800" y="-9000"/>
            <a:ext cx="1218780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5" name="CustomShape 3"/>
          <p:cNvSpPr/>
          <p:nvPr/>
        </p:nvSpPr>
        <p:spPr>
          <a:xfrm flipH="1" rot="5400000">
            <a:off x="-1411560" y="1411200"/>
            <a:ext cx="6856920" cy="4036680"/>
          </a:xfrm>
          <a:prstGeom prst="rect">
            <a:avLst/>
          </a:prstGeom>
          <a:gradFill rotWithShape="0">
            <a:gsLst>
              <a:gs pos="8000">
                <a:srgbClr val="000000"/>
              </a:gs>
              <a:gs pos="100000">
                <a:srgbClr val="2f5597"/>
              </a:gs>
            </a:gsLst>
            <a:lin ang="13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6" name="CustomShape 4"/>
          <p:cNvSpPr/>
          <p:nvPr/>
        </p:nvSpPr>
        <p:spPr>
          <a:xfrm flipH="1" rot="5400000">
            <a:off x="-1411560" y="1421280"/>
            <a:ext cx="6856920" cy="4036680"/>
          </a:xfrm>
          <a:prstGeom prst="rect">
            <a:avLst/>
          </a:prstGeom>
          <a:gradFill rotWithShape="0">
            <a:gsLst>
              <a:gs pos="1000">
                <a:srgbClr val="4472c4">
                  <a:alpha val="46274"/>
                </a:srgbClr>
              </a:gs>
              <a:gs pos="100000">
                <a:srgbClr val="000000">
                  <a:alpha val="0"/>
                </a:srgbClr>
              </a:gs>
            </a:gsLst>
            <a:lin ang="14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7" name="CustomShape 5"/>
          <p:cNvSpPr/>
          <p:nvPr/>
        </p:nvSpPr>
        <p:spPr>
          <a:xfrm flipH="1" rot="5400000">
            <a:off x="765360" y="3589200"/>
            <a:ext cx="2500920" cy="4036680"/>
          </a:xfrm>
          <a:prstGeom prst="rect">
            <a:avLst/>
          </a:prstGeom>
          <a:gradFill rotWithShape="0">
            <a:gsLst>
              <a:gs pos="2000">
                <a:srgbClr val="4472c4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8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8" name="CustomShape 6"/>
          <p:cNvSpPr/>
          <p:nvPr/>
        </p:nvSpPr>
        <p:spPr>
          <a:xfrm rot="20635800">
            <a:off x="-501480" y="969480"/>
            <a:ext cx="3899160" cy="4177800"/>
          </a:xfrm>
          <a:custGeom>
            <a:avLst/>
            <a:gdLst/>
            <a:ahLst/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 rotWithShape="0">
            <a:gsLst>
              <a:gs pos="29000">
                <a:srgbClr val="000000">
                  <a:alpha val="0"/>
                </a:srgbClr>
              </a:gs>
              <a:gs pos="100000">
                <a:srgbClr val="4472c4">
                  <a:alpha val="43137"/>
                </a:srgbClr>
              </a:gs>
            </a:gsLst>
            <a:lin ang="834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9" name="CustomShape 7"/>
          <p:cNvSpPr/>
          <p:nvPr/>
        </p:nvSpPr>
        <p:spPr>
          <a:xfrm flipH="1" rot="5400000">
            <a:off x="-1411920" y="1401120"/>
            <a:ext cx="6856920" cy="4036680"/>
          </a:xfrm>
          <a:prstGeom prst="rect">
            <a:avLst/>
          </a:prstGeom>
          <a:gradFill rotWithShape="0">
            <a:gsLst>
              <a:gs pos="1000">
                <a:srgbClr val="8faadc">
                  <a:alpha val="11372"/>
                </a:srgbClr>
              </a:gs>
              <a:gs pos="100000">
                <a:srgbClr val="000000">
                  <a:alpha val="0"/>
                </a:srgbClr>
              </a:gs>
            </a:gsLst>
            <a:lin ang="9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0" name="CustomShape 8"/>
          <p:cNvSpPr/>
          <p:nvPr/>
        </p:nvSpPr>
        <p:spPr>
          <a:xfrm>
            <a:off x="466560" y="586800"/>
            <a:ext cx="3200400" cy="338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r">
              <a:lnSpc>
                <a:spcPct val="90000"/>
              </a:lnSpc>
            </a:pPr>
            <a:r>
              <a:rPr b="0" lang="it-IT" sz="4000" spc="-1" strike="noStrike">
                <a:solidFill>
                  <a:srgbClr val="ffffff"/>
                </a:solidFill>
                <a:latin typeface="Calibri Light"/>
                <a:ea typeface="DejaVu Sans"/>
              </a:rPr>
              <a:t>AGGIUNTE IN HTML</a:t>
            </a:r>
            <a:endParaRPr b="0" lang="it-IT" sz="4000" spc="-1" strike="noStrike">
              <a:latin typeface="Arial"/>
            </a:endParaRPr>
          </a:p>
        </p:txBody>
      </p:sp>
      <p:sp>
        <p:nvSpPr>
          <p:cNvPr id="161" name="CustomShape 9"/>
          <p:cNvSpPr/>
          <p:nvPr/>
        </p:nvSpPr>
        <p:spPr>
          <a:xfrm>
            <a:off x="4810320" y="649440"/>
            <a:ext cx="6554160" cy="55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CustomShape 10"/>
          <p:cNvSpPr/>
          <p:nvPr/>
        </p:nvSpPr>
        <p:spPr>
          <a:xfrm>
            <a:off x="4140000" y="1585800"/>
            <a:ext cx="7919640" cy="11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3" name="" descr=""/>
          <p:cNvPicPr/>
          <p:nvPr/>
        </p:nvPicPr>
        <p:blipFill>
          <a:blip r:embed="rId1"/>
          <a:srcRect l="11336" t="30999" r="57656" b="45359"/>
          <a:stretch/>
        </p:blipFill>
        <p:spPr>
          <a:xfrm>
            <a:off x="4500000" y="540000"/>
            <a:ext cx="3779640" cy="1619640"/>
          </a:xfrm>
          <a:prstGeom prst="rect">
            <a:avLst/>
          </a:prstGeom>
          <a:ln w="0">
            <a:noFill/>
          </a:ln>
        </p:spPr>
      </p:pic>
      <p:pic>
        <p:nvPicPr>
          <p:cNvPr id="164" name="" descr=""/>
          <p:cNvPicPr/>
          <p:nvPr/>
        </p:nvPicPr>
        <p:blipFill>
          <a:blip r:embed="rId2"/>
          <a:srcRect l="9861" t="41501" r="39940" b="34857"/>
          <a:stretch/>
        </p:blipFill>
        <p:spPr>
          <a:xfrm>
            <a:off x="5760000" y="3600360"/>
            <a:ext cx="6119640" cy="161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LibreOffice/7.0.4.2$Windows_X86_64 LibreOffice_project/dcf040e67528d9187c66b2379df5ea4407429775</Application>
  <AppVersion>15.0000</AppVersion>
  <Words>75</Words>
  <Paragraphs>17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2021-03-24T16:57:46Z</dcterms:created>
  <dc:creator>Concetto Spampinato</dc:creator>
  <dc:description/>
  <dc:language>it-IT</dc:language>
  <cp:lastModifiedBy/>
  <dcterms:modified xsi:type="dcterms:W3CDTF">2022-04-30T17:31:01Z</dcterms:modified>
  <cp:revision>7</cp:revision>
  <dc:subject/>
  <dc:title>MHW1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</vt:i4>
  </property>
</Properties>
</file>